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4" r:id="rId3"/>
    <p:sldId id="267" r:id="rId4"/>
    <p:sldId id="268" r:id="rId5"/>
    <p:sldId id="269" r:id="rId6"/>
    <p:sldId id="270" r:id="rId7"/>
    <p:sldId id="271" r:id="rId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294363-2357-471D-86B3-42F3E09B3495}" v="5" dt="2025-03-13T00:31:26.0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46" autoAdjust="0"/>
    <p:restoredTop sz="94674"/>
  </p:normalViewPr>
  <p:slideViewPr>
    <p:cSldViewPr snapToGrid="0" snapToObjects="1">
      <p:cViewPr varScale="1">
        <p:scale>
          <a:sx n="59" d="100"/>
          <a:sy n="59" d="100"/>
        </p:scale>
        <p:origin x="10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guel Hernandez Guerrero" userId="45477417-3d6f-4391-b86e-8b44f3812414" providerId="ADAL" clId="{3C294363-2357-471D-86B3-42F3E09B3495}"/>
    <pc:docChg chg="undo custSel delSld modSld">
      <pc:chgData name="Miguel Hernandez Guerrero" userId="45477417-3d6f-4391-b86e-8b44f3812414" providerId="ADAL" clId="{3C294363-2357-471D-86B3-42F3E09B3495}" dt="2025-03-13T00:31:57.964" v="86" actId="47"/>
      <pc:docMkLst>
        <pc:docMk/>
      </pc:docMkLst>
      <pc:sldChg chg="modSp mod">
        <pc:chgData name="Miguel Hernandez Guerrero" userId="45477417-3d6f-4391-b86e-8b44f3812414" providerId="ADAL" clId="{3C294363-2357-471D-86B3-42F3E09B3495}" dt="2025-03-13T00:23:47.188" v="12" actId="403"/>
        <pc:sldMkLst>
          <pc:docMk/>
          <pc:sldMk cId="3516734988" sldId="256"/>
        </pc:sldMkLst>
        <pc:spChg chg="mod">
          <ac:chgData name="Miguel Hernandez Guerrero" userId="45477417-3d6f-4391-b86e-8b44f3812414" providerId="ADAL" clId="{3C294363-2357-471D-86B3-42F3E09B3495}" dt="2025-03-13T00:23:47.188" v="12" actId="403"/>
          <ac:spMkLst>
            <pc:docMk/>
            <pc:sldMk cId="3516734988" sldId="256"/>
            <ac:spMk id="6" creationId="{B73A189A-4C5C-B797-8E75-E3B48618B8E2}"/>
          </ac:spMkLst>
        </pc:spChg>
      </pc:sldChg>
      <pc:sldChg chg="addSp delSp modSp mod">
        <pc:chgData name="Miguel Hernandez Guerrero" userId="45477417-3d6f-4391-b86e-8b44f3812414" providerId="ADAL" clId="{3C294363-2357-471D-86B3-42F3E09B3495}" dt="2025-03-13T00:26:36.332" v="35" actId="14100"/>
        <pc:sldMkLst>
          <pc:docMk/>
          <pc:sldMk cId="4077305974" sldId="264"/>
        </pc:sldMkLst>
        <pc:spChg chg="mod">
          <ac:chgData name="Miguel Hernandez Guerrero" userId="45477417-3d6f-4391-b86e-8b44f3812414" providerId="ADAL" clId="{3C294363-2357-471D-86B3-42F3E09B3495}" dt="2025-03-13T00:24:09.155" v="25" actId="20577"/>
          <ac:spMkLst>
            <pc:docMk/>
            <pc:sldMk cId="4077305974" sldId="264"/>
            <ac:spMk id="8" creationId="{68545D2A-6202-DD76-094F-5C0E006B76E4}"/>
          </ac:spMkLst>
        </pc:spChg>
        <pc:picChg chg="add del mod">
          <ac:chgData name="Miguel Hernandez Guerrero" userId="45477417-3d6f-4391-b86e-8b44f3812414" providerId="ADAL" clId="{3C294363-2357-471D-86B3-42F3E09B3495}" dt="2025-03-13T00:26:12.112" v="31" actId="478"/>
          <ac:picMkLst>
            <pc:docMk/>
            <pc:sldMk cId="4077305974" sldId="264"/>
            <ac:picMk id="3" creationId="{1557D88E-7ECB-61F8-5070-53C9E3FBA1D5}"/>
          </ac:picMkLst>
        </pc:picChg>
        <pc:picChg chg="add del">
          <ac:chgData name="Miguel Hernandez Guerrero" userId="45477417-3d6f-4391-b86e-8b44f3812414" providerId="ADAL" clId="{3C294363-2357-471D-86B3-42F3E09B3495}" dt="2025-03-13T00:24:41.679" v="28" actId="478"/>
          <ac:picMkLst>
            <pc:docMk/>
            <pc:sldMk cId="4077305974" sldId="264"/>
            <ac:picMk id="4" creationId="{858F012C-500E-6B2C-4C0B-5A80E4567592}"/>
          </ac:picMkLst>
        </pc:picChg>
        <pc:picChg chg="add mod">
          <ac:chgData name="Miguel Hernandez Guerrero" userId="45477417-3d6f-4391-b86e-8b44f3812414" providerId="ADAL" clId="{3C294363-2357-471D-86B3-42F3E09B3495}" dt="2025-03-13T00:26:36.332" v="35" actId="14100"/>
          <ac:picMkLst>
            <pc:docMk/>
            <pc:sldMk cId="4077305974" sldId="264"/>
            <ac:picMk id="5" creationId="{D4F00D89-400D-00F4-B407-0EDDCE438DF2}"/>
          </ac:picMkLst>
        </pc:picChg>
      </pc:sldChg>
      <pc:sldChg chg="addSp delSp modSp mod">
        <pc:chgData name="Miguel Hernandez Guerrero" userId="45477417-3d6f-4391-b86e-8b44f3812414" providerId="ADAL" clId="{3C294363-2357-471D-86B3-42F3E09B3495}" dt="2025-03-13T00:27:55.591" v="51" actId="14100"/>
        <pc:sldMkLst>
          <pc:docMk/>
          <pc:sldMk cId="3612378431" sldId="267"/>
        </pc:sldMkLst>
        <pc:spChg chg="mod">
          <ac:chgData name="Miguel Hernandez Guerrero" userId="45477417-3d6f-4391-b86e-8b44f3812414" providerId="ADAL" clId="{3C294363-2357-471D-86B3-42F3E09B3495}" dt="2025-03-13T00:27:07.816" v="47" actId="20577"/>
          <ac:spMkLst>
            <pc:docMk/>
            <pc:sldMk cId="3612378431" sldId="267"/>
            <ac:spMk id="2" creationId="{CDF5F7FE-124A-DD14-C20D-055559AFE3DE}"/>
          </ac:spMkLst>
        </pc:spChg>
        <pc:picChg chg="del">
          <ac:chgData name="Miguel Hernandez Guerrero" userId="45477417-3d6f-4391-b86e-8b44f3812414" providerId="ADAL" clId="{3C294363-2357-471D-86B3-42F3E09B3495}" dt="2025-03-13T00:27:19.477" v="48" actId="478"/>
          <ac:picMkLst>
            <pc:docMk/>
            <pc:sldMk cId="3612378431" sldId="267"/>
            <ac:picMk id="3" creationId="{E2D1CAC8-9A3A-8D7F-094E-B2FD115366F7}"/>
          </ac:picMkLst>
        </pc:picChg>
        <pc:picChg chg="add mod">
          <ac:chgData name="Miguel Hernandez Guerrero" userId="45477417-3d6f-4391-b86e-8b44f3812414" providerId="ADAL" clId="{3C294363-2357-471D-86B3-42F3E09B3495}" dt="2025-03-13T00:27:55.591" v="51" actId="14100"/>
          <ac:picMkLst>
            <pc:docMk/>
            <pc:sldMk cId="3612378431" sldId="267"/>
            <ac:picMk id="4" creationId="{2F64DC07-D885-44C3-BEBE-EC2E19EE4753}"/>
          </ac:picMkLst>
        </pc:picChg>
      </pc:sldChg>
      <pc:sldChg chg="addSp delSp modSp mod">
        <pc:chgData name="Miguel Hernandez Guerrero" userId="45477417-3d6f-4391-b86e-8b44f3812414" providerId="ADAL" clId="{3C294363-2357-471D-86B3-42F3E09B3495}" dt="2025-03-13T00:29:16.718" v="68" actId="20577"/>
        <pc:sldMkLst>
          <pc:docMk/>
          <pc:sldMk cId="808148422" sldId="268"/>
        </pc:sldMkLst>
        <pc:spChg chg="mod">
          <ac:chgData name="Miguel Hernandez Guerrero" userId="45477417-3d6f-4391-b86e-8b44f3812414" providerId="ADAL" clId="{3C294363-2357-471D-86B3-42F3E09B3495}" dt="2025-03-13T00:29:16.718" v="68" actId="20577"/>
          <ac:spMkLst>
            <pc:docMk/>
            <pc:sldMk cId="808148422" sldId="268"/>
            <ac:spMk id="8" creationId="{3D9F9225-F4F7-EC78-7959-6F6432599068}"/>
          </ac:spMkLst>
        </pc:spChg>
        <pc:picChg chg="del">
          <ac:chgData name="Miguel Hernandez Guerrero" userId="45477417-3d6f-4391-b86e-8b44f3812414" providerId="ADAL" clId="{3C294363-2357-471D-86B3-42F3E09B3495}" dt="2025-03-13T00:28:13.001" v="52" actId="478"/>
          <ac:picMkLst>
            <pc:docMk/>
            <pc:sldMk cId="808148422" sldId="268"/>
            <ac:picMk id="2" creationId="{1A72D762-A71F-7CB1-5382-E4D719E5BCA5}"/>
          </ac:picMkLst>
        </pc:picChg>
        <pc:picChg chg="add mod">
          <ac:chgData name="Miguel Hernandez Guerrero" userId="45477417-3d6f-4391-b86e-8b44f3812414" providerId="ADAL" clId="{3C294363-2357-471D-86B3-42F3E09B3495}" dt="2025-03-13T00:28:58.468" v="57" actId="1076"/>
          <ac:picMkLst>
            <pc:docMk/>
            <pc:sldMk cId="808148422" sldId="268"/>
            <ac:picMk id="3" creationId="{558A8548-4964-65ED-B166-ED39F58C2924}"/>
          </ac:picMkLst>
        </pc:picChg>
      </pc:sldChg>
      <pc:sldChg chg="addSp delSp modSp mod">
        <pc:chgData name="Miguel Hernandez Guerrero" userId="45477417-3d6f-4391-b86e-8b44f3812414" providerId="ADAL" clId="{3C294363-2357-471D-86B3-42F3E09B3495}" dt="2025-03-13T00:31:42.364" v="84" actId="1076"/>
        <pc:sldMkLst>
          <pc:docMk/>
          <pc:sldMk cId="547580627" sldId="269"/>
        </pc:sldMkLst>
        <pc:spChg chg="mod">
          <ac:chgData name="Miguel Hernandez Guerrero" userId="45477417-3d6f-4391-b86e-8b44f3812414" providerId="ADAL" clId="{3C294363-2357-471D-86B3-42F3E09B3495}" dt="2025-03-13T00:29:29.811" v="78" actId="20577"/>
          <ac:spMkLst>
            <pc:docMk/>
            <pc:sldMk cId="547580627" sldId="269"/>
            <ac:spMk id="7" creationId="{676FB88A-3627-9865-99B2-39B650C2AE99}"/>
          </ac:spMkLst>
        </pc:spChg>
        <pc:picChg chg="add mod">
          <ac:chgData name="Miguel Hernandez Guerrero" userId="45477417-3d6f-4391-b86e-8b44f3812414" providerId="ADAL" clId="{3C294363-2357-471D-86B3-42F3E09B3495}" dt="2025-03-13T00:31:42.364" v="84" actId="1076"/>
          <ac:picMkLst>
            <pc:docMk/>
            <pc:sldMk cId="547580627" sldId="269"/>
            <ac:picMk id="2" creationId="{19DCCC9D-D2A4-B8D2-5A32-5E793BA6A9C6}"/>
          </ac:picMkLst>
        </pc:picChg>
        <pc:picChg chg="del">
          <ac:chgData name="Miguel Hernandez Guerrero" userId="45477417-3d6f-4391-b86e-8b44f3812414" providerId="ADAL" clId="{3C294363-2357-471D-86B3-42F3E09B3495}" dt="2025-03-13T00:29:31.863" v="79" actId="478"/>
          <ac:picMkLst>
            <pc:docMk/>
            <pc:sldMk cId="547580627" sldId="269"/>
            <ac:picMk id="3" creationId="{F2FB8E48-B09B-4459-013B-DFD2EADD9E8A}"/>
          </ac:picMkLst>
        </pc:picChg>
      </pc:sldChg>
      <pc:sldChg chg="del">
        <pc:chgData name="Miguel Hernandez Guerrero" userId="45477417-3d6f-4391-b86e-8b44f3812414" providerId="ADAL" clId="{3C294363-2357-471D-86B3-42F3E09B3495}" dt="2025-03-13T00:31:57.964" v="86" actId="47"/>
        <pc:sldMkLst>
          <pc:docMk/>
          <pc:sldMk cId="3165358926" sldId="270"/>
        </pc:sldMkLst>
      </pc:sldChg>
      <pc:sldChg chg="del">
        <pc:chgData name="Miguel Hernandez Guerrero" userId="45477417-3d6f-4391-b86e-8b44f3812414" providerId="ADAL" clId="{3C294363-2357-471D-86B3-42F3E09B3495}" dt="2025-03-13T00:31:54.976" v="85" actId="47"/>
        <pc:sldMkLst>
          <pc:docMk/>
          <pc:sldMk cId="2633105527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7F7DE7-182B-4F73-8B78-7F111E22ABF1}" type="datetimeFigureOut">
              <a:rPr lang="es-MX" smtClean="0"/>
              <a:t>30/07/2025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AF2A5E-D330-4555-B752-5E25F23A4C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52704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8FB632-8A1C-F444-8325-D9B67DE7F9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4AC345-4D52-544F-80C4-C4F12D72E1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MX"/>
          </a:p>
        </p:txBody>
      </p:sp>
      <p:sp>
        <p:nvSpPr>
          <p:cNvPr id="4" name="Marcador de posición de fecha 3">
            <a:extLst>
              <a:ext uri="{FF2B5EF4-FFF2-40B4-BE49-F238E27FC236}">
                <a16:creationId xmlns:a16="http://schemas.microsoft.com/office/drawing/2014/main" id="{7EAC5CA2-FBA9-2D49-ACE9-125AE17F5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2D92-DBA5-9E4F-A309-8D86681F3378}" type="datetimeFigureOut">
              <a:rPr lang="es-MX" smtClean="0"/>
              <a:t>30/07/2025</a:t>
            </a:fld>
            <a:endParaRPr lang="es-MX" dirty="0"/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4BD1D6BF-8630-1D45-B17B-7F0732A18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406D5C46-577C-7442-9FAA-C526E2B75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1CBF-9912-AF43-9876-EF1781A6C594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90482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B55E3B-5432-C347-B52D-42F2E41D1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45B00E-6E46-1049-8AF3-4A37A7515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posición de fecha 3">
            <a:extLst>
              <a:ext uri="{FF2B5EF4-FFF2-40B4-BE49-F238E27FC236}">
                <a16:creationId xmlns:a16="http://schemas.microsoft.com/office/drawing/2014/main" id="{4F1A0CAB-629C-BE46-975C-96B69C229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2D92-DBA5-9E4F-A309-8D86681F3378}" type="datetimeFigureOut">
              <a:rPr lang="es-MX" smtClean="0"/>
              <a:t>30/07/2025</a:t>
            </a:fld>
            <a:endParaRPr lang="es-MX" dirty="0"/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984B44E8-90EA-2E4C-80E2-8EB8D66C8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1E45DE84-B37C-464A-BFFF-BA1E4B383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1CBF-9912-AF43-9876-EF1781A6C594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01412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7D5602-D024-004F-86FB-250A10F06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EB04F348-A1E0-BF4E-8EDF-304ED013E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posición de fecha 3">
            <a:extLst>
              <a:ext uri="{FF2B5EF4-FFF2-40B4-BE49-F238E27FC236}">
                <a16:creationId xmlns:a16="http://schemas.microsoft.com/office/drawing/2014/main" id="{47DE9818-E183-F643-9AF8-8DD42A59F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2D92-DBA5-9E4F-A309-8D86681F3378}" type="datetimeFigureOut">
              <a:rPr lang="es-MX" smtClean="0"/>
              <a:t>30/07/2025</a:t>
            </a:fld>
            <a:endParaRPr lang="es-MX" dirty="0"/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C72EE27E-1F36-B341-9D37-1509EE73E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B631C274-247D-C644-836E-50ED391C5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1CBF-9912-AF43-9876-EF1781A6C594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70493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B59D0-6F1F-4147-9389-392799A78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2FC9B1-C5E3-D74A-93A6-B2766DF3A5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57F222C-AD79-484A-9843-82A5ACC9F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posición de fecha 4">
            <a:extLst>
              <a:ext uri="{FF2B5EF4-FFF2-40B4-BE49-F238E27FC236}">
                <a16:creationId xmlns:a16="http://schemas.microsoft.com/office/drawing/2014/main" id="{132CD883-AAE8-EE4A-B6DC-66DC5D9BF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2D92-DBA5-9E4F-A309-8D86681F3378}" type="datetimeFigureOut">
              <a:rPr lang="es-MX" smtClean="0"/>
              <a:t>30/07/2025</a:t>
            </a:fld>
            <a:endParaRPr lang="es-MX" dirty="0"/>
          </a:p>
        </p:txBody>
      </p:sp>
      <p:sp>
        <p:nvSpPr>
          <p:cNvPr id="6" name="Marcador de posición de pie de página 5">
            <a:extLst>
              <a:ext uri="{FF2B5EF4-FFF2-40B4-BE49-F238E27FC236}">
                <a16:creationId xmlns:a16="http://schemas.microsoft.com/office/drawing/2014/main" id="{CA6ABCEC-5B7E-F94A-B537-1BC23EB53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3F8CC239-AAB0-4E4C-8E51-661458C1A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1CBF-9912-AF43-9876-EF1781A6C594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3931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6F34FE-2E20-1341-8DD2-5664ECFD9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D2DAB647-896C-6348-ADDE-AEAEC2968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C5A505B-D991-974D-93E0-6C6D37AA0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8A7AC1A1-664E-7645-93BF-B60C32BB7C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684BD18-BA65-AC4F-8C8E-AA51B7421C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posición de fecha 6">
            <a:extLst>
              <a:ext uri="{FF2B5EF4-FFF2-40B4-BE49-F238E27FC236}">
                <a16:creationId xmlns:a16="http://schemas.microsoft.com/office/drawing/2014/main" id="{2D5DC28E-E603-5947-B1A4-BC5A0C5F2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2D92-DBA5-9E4F-A309-8D86681F3378}" type="datetimeFigureOut">
              <a:rPr lang="es-MX" smtClean="0"/>
              <a:t>30/07/2025</a:t>
            </a:fld>
            <a:endParaRPr lang="es-MX" dirty="0"/>
          </a:p>
        </p:txBody>
      </p:sp>
      <p:sp>
        <p:nvSpPr>
          <p:cNvPr id="8" name="Marcador de posición de pie de página 7">
            <a:extLst>
              <a:ext uri="{FF2B5EF4-FFF2-40B4-BE49-F238E27FC236}">
                <a16:creationId xmlns:a16="http://schemas.microsoft.com/office/drawing/2014/main" id="{2F42FE4F-DC21-0E42-AE8E-0CAA7F2D2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Marcador de posición de número de diapositiva 8">
            <a:extLst>
              <a:ext uri="{FF2B5EF4-FFF2-40B4-BE49-F238E27FC236}">
                <a16:creationId xmlns:a16="http://schemas.microsoft.com/office/drawing/2014/main" id="{0B674FC7-9177-1541-8207-B0B4DACC5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1CBF-9912-AF43-9876-EF1781A6C594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50436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F3E05-8573-F148-AAA7-FAF005BA9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fecha 2">
            <a:extLst>
              <a:ext uri="{FF2B5EF4-FFF2-40B4-BE49-F238E27FC236}">
                <a16:creationId xmlns:a16="http://schemas.microsoft.com/office/drawing/2014/main" id="{4831EACE-ED1E-D044-859A-CAE965A3E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2D92-DBA5-9E4F-A309-8D86681F3378}" type="datetimeFigureOut">
              <a:rPr lang="es-MX" smtClean="0"/>
              <a:t>30/07/2025</a:t>
            </a:fld>
            <a:endParaRPr lang="es-MX" dirty="0"/>
          </a:p>
        </p:txBody>
      </p:sp>
      <p:sp>
        <p:nvSpPr>
          <p:cNvPr id="4" name="Marcador de posición de pie de página 3">
            <a:extLst>
              <a:ext uri="{FF2B5EF4-FFF2-40B4-BE49-F238E27FC236}">
                <a16:creationId xmlns:a16="http://schemas.microsoft.com/office/drawing/2014/main" id="{11EDD946-B5E5-E74F-9DD1-E65FA9749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84F2B135-480A-BF45-9F62-34DDAA71F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1CBF-9912-AF43-9876-EF1781A6C594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35534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>
            <a:extLst>
              <a:ext uri="{FF2B5EF4-FFF2-40B4-BE49-F238E27FC236}">
                <a16:creationId xmlns:a16="http://schemas.microsoft.com/office/drawing/2014/main" id="{21BE653A-F5B7-FD4F-8411-B65960CBC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2D92-DBA5-9E4F-A309-8D86681F3378}" type="datetimeFigureOut">
              <a:rPr lang="es-MX" smtClean="0"/>
              <a:t>30/07/2025</a:t>
            </a:fld>
            <a:endParaRPr lang="es-MX" dirty="0"/>
          </a:p>
        </p:txBody>
      </p:sp>
      <p:sp>
        <p:nvSpPr>
          <p:cNvPr id="3" name="Marcador de posición de pie de página 2">
            <a:extLst>
              <a:ext uri="{FF2B5EF4-FFF2-40B4-BE49-F238E27FC236}">
                <a16:creationId xmlns:a16="http://schemas.microsoft.com/office/drawing/2014/main" id="{92645022-34C6-2E40-89EB-19CF34600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5DCE603D-1AF1-454E-9D88-F24DD7E05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1CBF-9912-AF43-9876-EF1781A6C594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17835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407B48-BD80-3D47-87F7-25BC2699B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37C919-CE61-1047-99D6-304601B67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539D4DC4-5D4B-FE41-B0CF-03AE8E18D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posición de fecha 4">
            <a:extLst>
              <a:ext uri="{FF2B5EF4-FFF2-40B4-BE49-F238E27FC236}">
                <a16:creationId xmlns:a16="http://schemas.microsoft.com/office/drawing/2014/main" id="{A7D6359F-3AC2-A746-A2CD-97638C003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2D92-DBA5-9E4F-A309-8D86681F3378}" type="datetimeFigureOut">
              <a:rPr lang="es-MX" smtClean="0"/>
              <a:t>30/07/2025</a:t>
            </a:fld>
            <a:endParaRPr lang="es-MX" dirty="0"/>
          </a:p>
        </p:txBody>
      </p:sp>
      <p:sp>
        <p:nvSpPr>
          <p:cNvPr id="6" name="Marcador de posición de pie de página 5">
            <a:extLst>
              <a:ext uri="{FF2B5EF4-FFF2-40B4-BE49-F238E27FC236}">
                <a16:creationId xmlns:a16="http://schemas.microsoft.com/office/drawing/2014/main" id="{E0F405A5-3E0E-D04D-B263-B0BB35918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1025959B-2C46-FA49-BAA2-9C6E2D198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1CBF-9912-AF43-9876-EF1781A6C594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07473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65FD3B-2F25-B343-9BF0-7D54DE30B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1E403B6-67AE-5E4D-8C4A-57E00B6D36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E6CA671A-23D6-4D42-B36D-8162E9C34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posición de fecha 4">
            <a:extLst>
              <a:ext uri="{FF2B5EF4-FFF2-40B4-BE49-F238E27FC236}">
                <a16:creationId xmlns:a16="http://schemas.microsoft.com/office/drawing/2014/main" id="{7F41D9D0-89B3-E641-BAC9-C2F5F9D47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2D92-DBA5-9E4F-A309-8D86681F3378}" type="datetimeFigureOut">
              <a:rPr lang="es-MX" smtClean="0"/>
              <a:t>30/07/2025</a:t>
            </a:fld>
            <a:endParaRPr lang="es-MX" dirty="0"/>
          </a:p>
        </p:txBody>
      </p:sp>
      <p:sp>
        <p:nvSpPr>
          <p:cNvPr id="6" name="Marcador de posición de pie de página 5">
            <a:extLst>
              <a:ext uri="{FF2B5EF4-FFF2-40B4-BE49-F238E27FC236}">
                <a16:creationId xmlns:a16="http://schemas.microsoft.com/office/drawing/2014/main" id="{A30EC2E1-EC7A-F342-BE27-676A6614B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9C75D424-4A4B-CE48-9885-00379EF7C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1CBF-9912-AF43-9876-EF1781A6C594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23172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89C85-DCFD-B745-AB58-D0DEF1FD5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texto vertical 2">
            <a:extLst>
              <a:ext uri="{FF2B5EF4-FFF2-40B4-BE49-F238E27FC236}">
                <a16:creationId xmlns:a16="http://schemas.microsoft.com/office/drawing/2014/main" id="{F72CC7FD-C344-1C43-A537-7A9481E281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posición de fecha 3">
            <a:extLst>
              <a:ext uri="{FF2B5EF4-FFF2-40B4-BE49-F238E27FC236}">
                <a16:creationId xmlns:a16="http://schemas.microsoft.com/office/drawing/2014/main" id="{F2070121-78A9-E748-B88A-FCCE129CA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2D92-DBA5-9E4F-A309-8D86681F3378}" type="datetimeFigureOut">
              <a:rPr lang="es-MX" smtClean="0"/>
              <a:t>30/07/2025</a:t>
            </a:fld>
            <a:endParaRPr lang="es-MX" dirty="0"/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67D96CAB-2E72-344E-9023-F014C8EAF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2431B009-8AE0-D54C-9A92-6B587223D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1CBF-9912-AF43-9876-EF1781A6C594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02612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417F425-15C3-544B-ACC7-A5D1E5E7A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texto vertical 2">
            <a:extLst>
              <a:ext uri="{FF2B5EF4-FFF2-40B4-BE49-F238E27FC236}">
                <a16:creationId xmlns:a16="http://schemas.microsoft.com/office/drawing/2014/main" id="{5A7A5E1E-FFEB-504F-A810-4DFDE9A1F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posición de fecha 3">
            <a:extLst>
              <a:ext uri="{FF2B5EF4-FFF2-40B4-BE49-F238E27FC236}">
                <a16:creationId xmlns:a16="http://schemas.microsoft.com/office/drawing/2014/main" id="{9619D83F-A8D1-694E-8649-7FC420179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2D92-DBA5-9E4F-A309-8D86681F3378}" type="datetimeFigureOut">
              <a:rPr lang="es-MX" smtClean="0"/>
              <a:t>30/07/2025</a:t>
            </a:fld>
            <a:endParaRPr lang="es-MX" dirty="0"/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E4BA2D73-3B7D-3F4A-9F96-9B70052DB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21AC23B7-5232-D941-8947-D55756482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1CBF-9912-AF43-9876-EF1781A6C594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702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>
            <a:extLst>
              <a:ext uri="{FF2B5EF4-FFF2-40B4-BE49-F238E27FC236}">
                <a16:creationId xmlns:a16="http://schemas.microsoft.com/office/drawing/2014/main" id="{6870A24B-B90C-694E-8467-774F28CA6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0B6B2272-322E-A742-8D50-DE09BC48B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posición de fecha 3">
            <a:extLst>
              <a:ext uri="{FF2B5EF4-FFF2-40B4-BE49-F238E27FC236}">
                <a16:creationId xmlns:a16="http://schemas.microsoft.com/office/drawing/2014/main" id="{8FF1086E-8D4E-1841-A5F5-ACC70FC62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D2D92-DBA5-9E4F-A309-8D86681F3378}" type="datetimeFigureOut">
              <a:rPr lang="es-MX" smtClean="0"/>
              <a:t>30/07/2025</a:t>
            </a:fld>
            <a:endParaRPr lang="es-MX" dirty="0"/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C9C6A900-57D4-4543-848A-75053D335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3301D69E-5748-9843-A9D5-F03EA6512E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71CBF-9912-AF43-9876-EF1781A6C594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96836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publicdomainpictures.net/view-image.php?image=177309&amp;picture=mecanico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127619525@N05/15075079338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hyperlink" Target="https://creativecommons.org/licenses/by-sa/3.0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view-image.php?image=177309&amp;picture=&amp;jazyk=SE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view-image.php?image=177309&amp;picture=mecanico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127619525@N05/15075079338" TargetMode="External"/><Relationship Id="rId7" Type="http://schemas.openxmlformats.org/officeDocument/2006/relationships/image" Target="../media/image13.emf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hyperlink" Target="https://creativecommons.org/licenses/by-sa/3.0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view-image.php?image=177309&amp;picture=&amp;jazyk=SE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8E5C62-D5A9-2349-B9D9-443269E4B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1318" y="531342"/>
            <a:ext cx="8522044" cy="667908"/>
          </a:xfrm>
        </p:spPr>
        <p:txBody>
          <a:bodyPr>
            <a:normAutofit/>
          </a:bodyPr>
          <a:lstStyle/>
          <a:p>
            <a:pPr algn="l"/>
            <a:r>
              <a:rPr lang="es-MX" sz="4000" b="1" dirty="0">
                <a:solidFill>
                  <a:schemeClr val="accent1">
                    <a:lumMod val="50000"/>
                  </a:schemeClr>
                </a:solidFill>
                <a:latin typeface="HyundaiSans Head KR" panose="020B0600000101010101" pitchFamily="34" charset="-127"/>
                <a:ea typeface="HyundaiSans Head KR" panose="020B0600000101010101" pitchFamily="34" charset="-127"/>
              </a:rPr>
              <a:t>Plan y costos de mantenimiento 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B73A189A-4C5C-B797-8E75-E3B48618B8E2}"/>
              </a:ext>
            </a:extLst>
          </p:cNvPr>
          <p:cNvSpPr txBox="1">
            <a:spLocks/>
          </p:cNvSpPr>
          <p:nvPr/>
        </p:nvSpPr>
        <p:spPr>
          <a:xfrm>
            <a:off x="473674" y="1292500"/>
            <a:ext cx="8522044" cy="577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HyundaiSans Head KR" panose="020B0600000101010101" pitchFamily="34" charset="-127"/>
                <a:ea typeface="HyundaiSans Head KR" panose="020B0600000101010101" pitchFamily="34" charset="-127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s-MX" sz="3200" b="1" dirty="0"/>
              <a:t>HYUNDAI QT500</a:t>
            </a:r>
          </a:p>
        </p:txBody>
      </p:sp>
    </p:spTree>
    <p:extLst>
      <p:ext uri="{BB962C8B-B14F-4D97-AF65-F5344CB8AC3E}">
        <p14:creationId xmlns:p14="http://schemas.microsoft.com/office/powerpoint/2010/main" val="3516734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68545D2A-6202-DD76-094F-5C0E006B76E4}"/>
              </a:ext>
            </a:extLst>
          </p:cNvPr>
          <p:cNvSpPr txBox="1">
            <a:spLocks/>
          </p:cNvSpPr>
          <p:nvPr/>
        </p:nvSpPr>
        <p:spPr>
          <a:xfrm>
            <a:off x="280428" y="406670"/>
            <a:ext cx="11631143" cy="562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000" b="1">
                <a:solidFill>
                  <a:schemeClr val="accent1">
                    <a:lumMod val="50000"/>
                  </a:schemeClr>
                </a:solidFill>
                <a:latin typeface="+mj-lt"/>
                <a:ea typeface="HyundaiSans Head KR" panose="020B0600000101010101" pitchFamily="34" charset="-127"/>
                <a:cs typeface="+mj-cs"/>
              </a:defRPr>
            </a:lvl1pPr>
          </a:lstStyle>
          <a:p>
            <a:r>
              <a:rPr lang="es-MX" dirty="0"/>
              <a:t>Plan de mantenimiento Hyundai QT500</a:t>
            </a:r>
            <a:endParaRPr lang="es-MX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s-MX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874451A-4882-69F7-1883-D43BE2C22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565991"/>
              </p:ext>
            </p:extLst>
          </p:nvPr>
        </p:nvGraphicFramePr>
        <p:xfrm>
          <a:off x="112365" y="5963852"/>
          <a:ext cx="8461236" cy="370243"/>
        </p:xfrm>
        <a:graphic>
          <a:graphicData uri="http://schemas.openxmlformats.org/drawingml/2006/table">
            <a:tbl>
              <a:tblPr/>
              <a:tblGrid>
                <a:gridCol w="8461236">
                  <a:extLst>
                    <a:ext uri="{9D8B030D-6E8A-4147-A177-3AD203B41FA5}">
                      <a16:colId xmlns:a16="http://schemas.microsoft.com/office/drawing/2014/main" val="2943980940"/>
                    </a:ext>
                  </a:extLst>
                </a:gridCol>
              </a:tblGrid>
              <a:tr h="370243">
                <a:tc>
                  <a:txBody>
                    <a:bodyPr/>
                    <a:lstStyle/>
                    <a:p>
                      <a:pPr algn="ctr" fontAlgn="b"/>
                      <a:r>
                        <a:rPr lang="es-MX" sz="20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104861"/>
                          </a:highlight>
                          <a:latin typeface="Aptos Narrow" panose="020B0004020202020204" pitchFamily="34" charset="0"/>
                        </a:rPr>
                        <a:t>R= Reemplazar   L= Lubricar   D= Diagnóstico  A= Ajustar   I= Inspeccionar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193986"/>
                  </a:ext>
                </a:extLst>
              </a:tr>
            </a:tbl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6302D535-7161-99E1-D41C-58E446F08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49" y="741992"/>
            <a:ext cx="11517994" cy="489916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746C140-AEC7-449F-22CC-D3A7013B49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712264" y="406670"/>
            <a:ext cx="1471449" cy="2390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305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F5F7FE-124A-DD14-C20D-055559AFE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834" y="250624"/>
            <a:ext cx="10159730" cy="562721"/>
          </a:xfrm>
        </p:spPr>
        <p:txBody>
          <a:bodyPr>
            <a:normAutofit fontScale="90000"/>
          </a:bodyPr>
          <a:lstStyle/>
          <a:p>
            <a:r>
              <a:rPr lang="es-MX" sz="4000" b="1" dirty="0">
                <a:solidFill>
                  <a:schemeClr val="accent1">
                    <a:lumMod val="50000"/>
                  </a:schemeClr>
                </a:solidFill>
                <a:ea typeface="HyundaiSans Head KR" panose="020B0600000101010101" pitchFamily="34" charset="-127"/>
              </a:rPr>
              <a:t>Costo de mantenimiento Hyundai QT500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D3E8987-2CF2-61AF-0261-E7B0B27178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000233" y="247119"/>
            <a:ext cx="2191767" cy="2436293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8FB364F7-415C-6593-A14C-7B8BD0D2F2DB}"/>
              </a:ext>
            </a:extLst>
          </p:cNvPr>
          <p:cNvSpPr txBox="1"/>
          <p:nvPr/>
        </p:nvSpPr>
        <p:spPr>
          <a:xfrm>
            <a:off x="3334070" y="7158000"/>
            <a:ext cx="64909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900">
                <a:hlinkClick r:id="rId3" tooltip="https://www.flickr.com/photos/127619525@N05/15075079338"/>
              </a:rPr>
              <a:t>Esta foto</a:t>
            </a:r>
            <a:r>
              <a:rPr lang="es-MX" sz="900"/>
              <a:t> de Autor desconocido está bajo licencia </a:t>
            </a:r>
            <a:r>
              <a:rPr lang="es-MX" sz="900">
                <a:hlinkClick r:id="rId4" tooltip="https://creativecommons.org/licenses/by-sa/3.0/"/>
              </a:rPr>
              <a:t>CC BY-SA</a:t>
            </a:r>
            <a:endParaRPr lang="es-MX" sz="90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195A44B-B5AE-68DB-BEA9-FC57BB784E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812" y="813345"/>
            <a:ext cx="9334188" cy="556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378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D82CD591-9234-A5F5-93AF-78DF8F5ECF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271729" y="790575"/>
            <a:ext cx="1724025" cy="1724025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3D9F9225-F4F7-EC78-7959-6F6432599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234" y="271462"/>
            <a:ext cx="10159730" cy="562721"/>
          </a:xfrm>
        </p:spPr>
        <p:txBody>
          <a:bodyPr>
            <a:normAutofit fontScale="90000"/>
          </a:bodyPr>
          <a:lstStyle/>
          <a:p>
            <a:r>
              <a:rPr lang="es-MX" sz="4000" b="1" dirty="0">
                <a:solidFill>
                  <a:schemeClr val="accent1">
                    <a:lumMod val="50000"/>
                  </a:schemeClr>
                </a:solidFill>
                <a:ea typeface="HyundaiSans Head KR" panose="020B0600000101010101" pitchFamily="34" charset="-127"/>
              </a:rPr>
              <a:t>Costo de mantenimiento Hyundai QT500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F063F5E-6C69-BA7F-1659-6F043F2499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905" y="790575"/>
            <a:ext cx="9915601" cy="555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148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676FB88A-3627-9865-99B2-39B650C2A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834" y="254347"/>
            <a:ext cx="10159730" cy="562721"/>
          </a:xfrm>
        </p:spPr>
        <p:txBody>
          <a:bodyPr>
            <a:normAutofit fontScale="90000"/>
          </a:bodyPr>
          <a:lstStyle/>
          <a:p>
            <a:r>
              <a:rPr lang="es-MX" sz="4000" b="1" dirty="0">
                <a:solidFill>
                  <a:schemeClr val="accent1">
                    <a:lumMod val="50000"/>
                  </a:schemeClr>
                </a:solidFill>
                <a:ea typeface="HyundaiSans Head KR" panose="020B0600000101010101" pitchFamily="34" charset="-127"/>
              </a:rPr>
              <a:t>Costo de mantenimiento Hyundai QT500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AE757C6-6123-72CB-942D-F2079EB46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081647" y="790574"/>
            <a:ext cx="2110353" cy="234483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450B2D5-58DB-E35C-AF96-D76A06279F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919" y="779688"/>
            <a:ext cx="9611643" cy="554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580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699C4-7D38-1E7B-76C1-9C7ADDC62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54A26DF2-D6C6-B651-5FDE-9C90866D1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834" y="254347"/>
            <a:ext cx="10159730" cy="562721"/>
          </a:xfrm>
        </p:spPr>
        <p:txBody>
          <a:bodyPr>
            <a:normAutofit fontScale="90000"/>
          </a:bodyPr>
          <a:lstStyle/>
          <a:p>
            <a:r>
              <a:rPr lang="es-MX" sz="4000" b="1" dirty="0">
                <a:solidFill>
                  <a:schemeClr val="accent1">
                    <a:lumMod val="50000"/>
                  </a:schemeClr>
                </a:solidFill>
                <a:ea typeface="HyundaiSans Head KR" panose="020B0600000101010101" pitchFamily="34" charset="-127"/>
              </a:rPr>
              <a:t>Costo de mantenimiento Hyundai QT500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EF61B2E-5FCA-DAE9-6F0F-2727A6296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000233" y="512295"/>
            <a:ext cx="2191767" cy="243629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8006D7E-6D76-FA55-814A-27CFA88E64C0}"/>
              </a:ext>
            </a:extLst>
          </p:cNvPr>
          <p:cNvSpPr txBox="1"/>
          <p:nvPr/>
        </p:nvSpPr>
        <p:spPr>
          <a:xfrm>
            <a:off x="3334070" y="7423176"/>
            <a:ext cx="64909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900">
                <a:hlinkClick r:id="rId3" tooltip="https://www.flickr.com/photos/127619525@N05/15075079338"/>
              </a:rPr>
              <a:t>Esta foto</a:t>
            </a:r>
            <a:r>
              <a:rPr lang="es-MX" sz="900"/>
              <a:t> de Autor desconocido está bajo licencia </a:t>
            </a:r>
            <a:r>
              <a:rPr lang="es-MX" sz="900">
                <a:hlinkClick r:id="rId4" tooltip="https://creativecommons.org/licenses/by-sa/3.0/"/>
              </a:rPr>
              <a:t>CC BY-SA</a:t>
            </a:r>
            <a:endParaRPr lang="es-MX" sz="900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4023BBAA-466A-2ED3-FF90-B13C89E31ED0}"/>
              </a:ext>
            </a:extLst>
          </p:cNvPr>
          <p:cNvGrpSpPr/>
          <p:nvPr/>
        </p:nvGrpSpPr>
        <p:grpSpPr>
          <a:xfrm>
            <a:off x="5242940" y="3119013"/>
            <a:ext cx="6689047" cy="1809603"/>
            <a:chOff x="5242940" y="3119013"/>
            <a:chExt cx="6689047" cy="1809603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317E59BE-FEFB-ED6F-83FD-44CFC3DA9F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42940" y="4086219"/>
              <a:ext cx="6689047" cy="842397"/>
            </a:xfrm>
            <a:prstGeom prst="rect">
              <a:avLst/>
            </a:prstGeom>
          </p:spPr>
        </p:pic>
        <p:pic>
          <p:nvPicPr>
            <p:cNvPr id="2" name="Imagen 1">
              <a:extLst>
                <a:ext uri="{FF2B5EF4-FFF2-40B4-BE49-F238E27FC236}">
                  <a16:creationId xmlns:a16="http://schemas.microsoft.com/office/drawing/2014/main" id="{22BEA296-1892-E139-1878-A2B92BA31C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42940" y="3119013"/>
              <a:ext cx="6689047" cy="919870"/>
            </a:xfrm>
            <a:prstGeom prst="rect">
              <a:avLst/>
            </a:prstGeom>
          </p:spPr>
        </p:pic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C63964E8-1067-C383-8767-9A9DA6F979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805" y="774802"/>
            <a:ext cx="4646280" cy="559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759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D6317-94FC-CCEA-2779-9AC46F738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FBAE10AB-A481-31A4-6E78-22ECE351C9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825416" y="790574"/>
            <a:ext cx="2170339" cy="2170339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0FF9B282-B976-E9EB-E525-A1722B68A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234" y="4978"/>
            <a:ext cx="10159730" cy="562721"/>
          </a:xfrm>
        </p:spPr>
        <p:txBody>
          <a:bodyPr>
            <a:normAutofit fontScale="90000"/>
          </a:bodyPr>
          <a:lstStyle/>
          <a:p>
            <a:r>
              <a:rPr lang="es-MX" sz="4000" b="1" dirty="0">
                <a:solidFill>
                  <a:schemeClr val="accent1">
                    <a:lumMod val="50000"/>
                  </a:schemeClr>
                </a:solidFill>
                <a:ea typeface="HyundaiSans Head KR" panose="020B0600000101010101" pitchFamily="34" charset="-127"/>
              </a:rPr>
              <a:t>Costo de mantenimiento Hyundai QT500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B629AE9-C2FD-5527-D6B6-F7ADA4D0A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45" y="502405"/>
            <a:ext cx="9296098" cy="587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3505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2084</TotalTime>
  <Words>72</Words>
  <Application>Microsoft Office PowerPoint</Application>
  <PresentationFormat>Panorámica</PresentationFormat>
  <Paragraphs>11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Aptos Narrow</vt:lpstr>
      <vt:lpstr>Arial</vt:lpstr>
      <vt:lpstr>Calibri</vt:lpstr>
      <vt:lpstr>Calibri Light</vt:lpstr>
      <vt:lpstr>HyundaiSans Head KR</vt:lpstr>
      <vt:lpstr>Tema de Office</vt:lpstr>
      <vt:lpstr>Plan y costos de mantenimiento </vt:lpstr>
      <vt:lpstr>Presentación de PowerPoint</vt:lpstr>
      <vt:lpstr>Costo de mantenimiento Hyundai QT500</vt:lpstr>
      <vt:lpstr>Costo de mantenimiento Hyundai QT500</vt:lpstr>
      <vt:lpstr>Costo de mantenimiento Hyundai QT500</vt:lpstr>
      <vt:lpstr>Costo de mantenimiento Hyundai QT500</vt:lpstr>
      <vt:lpstr>Costo de mantenimiento Hyundai QT500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Ejemplo de Título</dc:title>
  <dc:creator>Raquel Islas</dc:creator>
  <cp:lastModifiedBy>Miguel Hernandez Guerrero</cp:lastModifiedBy>
  <cp:revision>38</cp:revision>
  <dcterms:created xsi:type="dcterms:W3CDTF">2018-04-11T21:26:04Z</dcterms:created>
  <dcterms:modified xsi:type="dcterms:W3CDTF">2025-07-30T23:36:26Z</dcterms:modified>
</cp:coreProperties>
</file>